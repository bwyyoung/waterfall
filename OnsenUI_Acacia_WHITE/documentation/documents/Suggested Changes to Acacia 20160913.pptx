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8"/>
    <p:restoredTop sz="94674"/>
  </p:normalViewPr>
  <p:slideViewPr>
    <p:cSldViewPr snapToGrid="0" snapToObjects="1">
      <p:cViewPr varScale="1">
        <p:scale>
          <a:sx n="90" d="100"/>
          <a:sy n="90" d="100"/>
        </p:scale>
        <p:origin x="21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5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6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2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0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7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7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2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24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7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25682-A5C2-5748-86D7-106407E7164B}" type="datetimeFigureOut">
              <a:rPr lang="en-US" smtClean="0"/>
              <a:t>9/11/16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AAB15-1F87-3049-BDA9-B4E554AB4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2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325" y="136525"/>
            <a:ext cx="10515600" cy="1325563"/>
          </a:xfrm>
        </p:spPr>
        <p:txBody>
          <a:bodyPr/>
          <a:lstStyle/>
          <a:p>
            <a:r>
              <a:rPr lang="en-US" dirty="0" smtClean="0"/>
              <a:t>Multi Currency/Country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923" y="1200150"/>
            <a:ext cx="3204539" cy="5657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200150"/>
            <a:ext cx="3192009" cy="5657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51" y="1200150"/>
            <a:ext cx="3211354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84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Multi Currency/Country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Portfolio</dc:title>
  <dc:creator>Brian Young</dc:creator>
  <cp:lastModifiedBy>Brian Young</cp:lastModifiedBy>
  <cp:revision>5</cp:revision>
  <dcterms:created xsi:type="dcterms:W3CDTF">2016-09-11T15:54:22Z</dcterms:created>
  <dcterms:modified xsi:type="dcterms:W3CDTF">2016-09-13T03:59:59Z</dcterms:modified>
</cp:coreProperties>
</file>